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23"/>
  </p:notesMasterIdLst>
  <p:handoutMasterIdLst>
    <p:handoutMasterId r:id="rId24"/>
  </p:handoutMasterIdLst>
  <p:sldIdLst>
    <p:sldId id="256" r:id="rId5"/>
    <p:sldId id="257" r:id="rId6"/>
    <p:sldId id="301" r:id="rId7"/>
    <p:sldId id="270" r:id="rId8"/>
    <p:sldId id="303" r:id="rId9"/>
    <p:sldId id="302" r:id="rId10"/>
    <p:sldId id="271" r:id="rId11"/>
    <p:sldId id="273" r:id="rId12"/>
    <p:sldId id="272" r:id="rId13"/>
    <p:sldId id="275" r:id="rId14"/>
    <p:sldId id="276" r:id="rId15"/>
    <p:sldId id="277" r:id="rId16"/>
    <p:sldId id="278" r:id="rId17"/>
    <p:sldId id="300" r:id="rId18"/>
    <p:sldId id="280" r:id="rId19"/>
    <p:sldId id="282" r:id="rId20"/>
    <p:sldId id="281" r:id="rId21"/>
    <p:sldId id="28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3E3E"/>
    <a:srgbClr val="6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C7853C-536D-4A76-A0AE-DD22124D55A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405" autoAdjust="0"/>
  </p:normalViewPr>
  <p:slideViewPr>
    <p:cSldViewPr snapToGrid="0">
      <p:cViewPr varScale="1">
        <p:scale>
          <a:sx n="54" d="100"/>
          <a:sy n="54" d="100"/>
        </p:scale>
        <p:origin x="11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42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Jordan" userId="291c0ce59a151e32" providerId="LiveId" clId="{60CB47E3-67C0-46E0-BBA7-FC607063BC5D}"/>
    <pc:docChg chg="undo custSel addSld delSld modSld">
      <pc:chgData name="George Jordan" userId="291c0ce59a151e32" providerId="LiveId" clId="{60CB47E3-67C0-46E0-BBA7-FC607063BC5D}" dt="2026-05-02T14:52:44.150" v="860" actId="15"/>
      <pc:docMkLst>
        <pc:docMk/>
      </pc:docMkLst>
      <pc:sldChg chg="modSp mod">
        <pc:chgData name="George Jordan" userId="291c0ce59a151e32" providerId="LiveId" clId="{60CB47E3-67C0-46E0-BBA7-FC607063BC5D}" dt="2026-05-02T14:02:09.708" v="43" actId="242"/>
        <pc:sldMkLst>
          <pc:docMk/>
          <pc:sldMk cId="1613975849" sldId="256"/>
        </pc:sldMkLst>
        <pc:spChg chg="mod">
          <ac:chgData name="George Jordan" userId="291c0ce59a151e32" providerId="LiveId" clId="{60CB47E3-67C0-46E0-BBA7-FC607063BC5D}" dt="2026-05-02T14:01:20.224" v="36" actId="255"/>
          <ac:spMkLst>
            <pc:docMk/>
            <pc:sldMk cId="1613975849" sldId="256"/>
            <ac:spMk id="2" creationId="{AA2D37BC-7D91-4F83-845D-70080D7DD6FC}"/>
          </ac:spMkLst>
        </pc:spChg>
        <pc:spChg chg="mod">
          <ac:chgData name="George Jordan" userId="291c0ce59a151e32" providerId="LiveId" clId="{60CB47E3-67C0-46E0-BBA7-FC607063BC5D}" dt="2026-05-02T14:02:09.708" v="43" actId="242"/>
          <ac:spMkLst>
            <pc:docMk/>
            <pc:sldMk cId="1613975849" sldId="256"/>
            <ac:spMk id="3" creationId="{59E5DACC-1D74-41AD-B036-C015472B948F}"/>
          </ac:spMkLst>
        </pc:spChg>
      </pc:sldChg>
      <pc:sldChg chg="modSp mod">
        <pc:chgData name="George Jordan" userId="291c0ce59a151e32" providerId="LiveId" clId="{60CB47E3-67C0-46E0-BBA7-FC607063BC5D}" dt="2026-05-02T14:04:30.089" v="51" actId="12"/>
        <pc:sldMkLst>
          <pc:docMk/>
          <pc:sldMk cId="2131043727" sldId="257"/>
        </pc:sldMkLst>
        <pc:spChg chg="mod">
          <ac:chgData name="George Jordan" userId="291c0ce59a151e32" providerId="LiveId" clId="{60CB47E3-67C0-46E0-BBA7-FC607063BC5D}" dt="2026-05-02T14:03:03.271" v="45"/>
          <ac:spMkLst>
            <pc:docMk/>
            <pc:sldMk cId="2131043727" sldId="257"/>
            <ac:spMk id="2" creationId="{3A76B58F-1CF7-41B5-BF70-710D7AC7941C}"/>
          </ac:spMkLst>
        </pc:spChg>
        <pc:spChg chg="mod">
          <ac:chgData name="George Jordan" userId="291c0ce59a151e32" providerId="LiveId" clId="{60CB47E3-67C0-46E0-BBA7-FC607063BC5D}" dt="2026-05-02T14:04:30.089" v="51" actId="12"/>
          <ac:spMkLst>
            <pc:docMk/>
            <pc:sldMk cId="2131043727" sldId="257"/>
            <ac:spMk id="3" creationId="{F3FF1311-DD92-45BA-B10F-C1A324C27B55}"/>
          </ac:spMkLst>
        </pc:spChg>
      </pc:sldChg>
      <pc:sldChg chg="del modNotesTx">
        <pc:chgData name="George Jordan" userId="291c0ce59a151e32" providerId="LiveId" clId="{60CB47E3-67C0-46E0-BBA7-FC607063BC5D}" dt="2026-05-02T14:36:04.163" v="549" actId="2696"/>
        <pc:sldMkLst>
          <pc:docMk/>
          <pc:sldMk cId="3895583963" sldId="261"/>
        </pc:sldMkLst>
      </pc:sldChg>
      <pc:sldChg chg="del modNotesTx">
        <pc:chgData name="George Jordan" userId="291c0ce59a151e32" providerId="LiveId" clId="{60CB47E3-67C0-46E0-BBA7-FC607063BC5D}" dt="2026-05-02T14:46:31.449" v="843" actId="47"/>
        <pc:sldMkLst>
          <pc:docMk/>
          <pc:sldMk cId="3378919223" sldId="263"/>
        </pc:sldMkLst>
      </pc:sldChg>
      <pc:sldChg chg="modSp mod">
        <pc:chgData name="George Jordan" userId="291c0ce59a151e32" providerId="LiveId" clId="{60CB47E3-67C0-46E0-BBA7-FC607063BC5D}" dt="2026-05-02T14:10:35.542" v="127" actId="14100"/>
        <pc:sldMkLst>
          <pc:docMk/>
          <pc:sldMk cId="1290710943" sldId="270"/>
        </pc:sldMkLst>
        <pc:spChg chg="mod">
          <ac:chgData name="George Jordan" userId="291c0ce59a151e32" providerId="LiveId" clId="{60CB47E3-67C0-46E0-BBA7-FC607063BC5D}" dt="2026-05-02T14:07:42.089" v="71"/>
          <ac:spMkLst>
            <pc:docMk/>
            <pc:sldMk cId="1290710943" sldId="270"/>
            <ac:spMk id="2" creationId="{3A76B58F-1CF7-41B5-BF70-710D7AC7941C}"/>
          </ac:spMkLst>
        </pc:spChg>
        <pc:spChg chg="mod">
          <ac:chgData name="George Jordan" userId="291c0ce59a151e32" providerId="LiveId" clId="{60CB47E3-67C0-46E0-BBA7-FC607063BC5D}" dt="2026-05-02T14:10:35.542" v="127" actId="14100"/>
          <ac:spMkLst>
            <pc:docMk/>
            <pc:sldMk cId="1290710943" sldId="270"/>
            <ac:spMk id="3" creationId="{F3FF1311-DD92-45BA-B10F-C1A324C27B55}"/>
          </ac:spMkLst>
        </pc:spChg>
      </pc:sldChg>
      <pc:sldChg chg="addSp modSp mod">
        <pc:chgData name="George Jordan" userId="291c0ce59a151e32" providerId="LiveId" clId="{60CB47E3-67C0-46E0-BBA7-FC607063BC5D}" dt="2026-05-02T14:16:17.192" v="403" actId="255"/>
        <pc:sldMkLst>
          <pc:docMk/>
          <pc:sldMk cId="3371581484" sldId="271"/>
        </pc:sldMkLst>
        <pc:spChg chg="mod">
          <ac:chgData name="George Jordan" userId="291c0ce59a151e32" providerId="LiveId" clId="{60CB47E3-67C0-46E0-BBA7-FC607063BC5D}" dt="2026-05-02T14:12:33.080" v="157"/>
          <ac:spMkLst>
            <pc:docMk/>
            <pc:sldMk cId="3371581484" sldId="271"/>
            <ac:spMk id="2" creationId="{3A76B58F-1CF7-41B5-BF70-710D7AC7941C}"/>
          </ac:spMkLst>
        </pc:spChg>
        <pc:spChg chg="mod">
          <ac:chgData name="George Jordan" userId="291c0ce59a151e32" providerId="LiveId" clId="{60CB47E3-67C0-46E0-BBA7-FC607063BC5D}" dt="2026-05-02T14:16:17.192" v="403" actId="255"/>
          <ac:spMkLst>
            <pc:docMk/>
            <pc:sldMk cId="3371581484" sldId="271"/>
            <ac:spMk id="3" creationId="{F3FF1311-DD92-45BA-B10F-C1A324C27B55}"/>
          </ac:spMkLst>
        </pc:spChg>
        <pc:spChg chg="add mod">
          <ac:chgData name="George Jordan" userId="291c0ce59a151e32" providerId="LiveId" clId="{60CB47E3-67C0-46E0-BBA7-FC607063BC5D}" dt="2026-05-02T14:14:18.534" v="216" actId="6549"/>
          <ac:spMkLst>
            <pc:docMk/>
            <pc:sldMk cId="3371581484" sldId="271"/>
            <ac:spMk id="4" creationId="{1E4D6EC8-3BCA-8AFA-3D50-23E07DD6BA05}"/>
          </ac:spMkLst>
        </pc:spChg>
      </pc:sldChg>
      <pc:sldChg chg="modSp mod modNotesTx">
        <pc:chgData name="George Jordan" userId="291c0ce59a151e32" providerId="LiveId" clId="{60CB47E3-67C0-46E0-BBA7-FC607063BC5D}" dt="2026-05-02T14:21:02.839" v="446" actId="14100"/>
        <pc:sldMkLst>
          <pc:docMk/>
          <pc:sldMk cId="1801845054" sldId="272"/>
        </pc:sldMkLst>
        <pc:spChg chg="mod">
          <ac:chgData name="George Jordan" userId="291c0ce59a151e32" providerId="LiveId" clId="{60CB47E3-67C0-46E0-BBA7-FC607063BC5D}" dt="2026-05-02T14:19:23.144" v="418"/>
          <ac:spMkLst>
            <pc:docMk/>
            <pc:sldMk cId="1801845054" sldId="272"/>
            <ac:spMk id="2" creationId="{3A76B58F-1CF7-41B5-BF70-710D7AC7941C}"/>
          </ac:spMkLst>
        </pc:spChg>
        <pc:spChg chg="mod">
          <ac:chgData name="George Jordan" userId="291c0ce59a151e32" providerId="LiveId" clId="{60CB47E3-67C0-46E0-BBA7-FC607063BC5D}" dt="2026-05-02T14:21:02.839" v="446" actId="14100"/>
          <ac:spMkLst>
            <pc:docMk/>
            <pc:sldMk cId="1801845054" sldId="272"/>
            <ac:spMk id="3" creationId="{F3FF1311-DD92-45BA-B10F-C1A324C27B55}"/>
          </ac:spMkLst>
        </pc:spChg>
      </pc:sldChg>
      <pc:sldChg chg="modSp mod">
        <pc:chgData name="George Jordan" userId="291c0ce59a151e32" providerId="LiveId" clId="{60CB47E3-67C0-46E0-BBA7-FC607063BC5D}" dt="2026-05-02T14:18:42.659" v="417" actId="14100"/>
        <pc:sldMkLst>
          <pc:docMk/>
          <pc:sldMk cId="1974136742" sldId="273"/>
        </pc:sldMkLst>
        <pc:spChg chg="mod">
          <ac:chgData name="George Jordan" userId="291c0ce59a151e32" providerId="LiveId" clId="{60CB47E3-67C0-46E0-BBA7-FC607063BC5D}" dt="2026-05-02T14:16:54.834" v="404"/>
          <ac:spMkLst>
            <pc:docMk/>
            <pc:sldMk cId="1974136742" sldId="273"/>
            <ac:spMk id="2" creationId="{3A76B58F-1CF7-41B5-BF70-710D7AC7941C}"/>
          </ac:spMkLst>
        </pc:spChg>
        <pc:spChg chg="mod">
          <ac:chgData name="George Jordan" userId="291c0ce59a151e32" providerId="LiveId" clId="{60CB47E3-67C0-46E0-BBA7-FC607063BC5D}" dt="2026-05-02T14:18:42.659" v="417" actId="14100"/>
          <ac:spMkLst>
            <pc:docMk/>
            <pc:sldMk cId="1974136742" sldId="273"/>
            <ac:spMk id="3" creationId="{F3FF1311-DD92-45BA-B10F-C1A324C27B55}"/>
          </ac:spMkLst>
        </pc:spChg>
      </pc:sldChg>
      <pc:sldChg chg="modSp mod modNotesTx">
        <pc:chgData name="George Jordan" userId="291c0ce59a151e32" providerId="LiveId" clId="{60CB47E3-67C0-46E0-BBA7-FC607063BC5D}" dt="2026-05-02T14:23:11.149" v="463" actId="14100"/>
        <pc:sldMkLst>
          <pc:docMk/>
          <pc:sldMk cId="1735576946" sldId="275"/>
        </pc:sldMkLst>
        <pc:spChg chg="mod">
          <ac:chgData name="George Jordan" userId="291c0ce59a151e32" providerId="LiveId" clId="{60CB47E3-67C0-46E0-BBA7-FC607063BC5D}" dt="2026-05-02T14:21:36.889" v="447"/>
          <ac:spMkLst>
            <pc:docMk/>
            <pc:sldMk cId="1735576946" sldId="275"/>
            <ac:spMk id="2" creationId="{3A76B58F-1CF7-41B5-BF70-710D7AC7941C}"/>
          </ac:spMkLst>
        </pc:spChg>
        <pc:spChg chg="mod">
          <ac:chgData name="George Jordan" userId="291c0ce59a151e32" providerId="LiveId" clId="{60CB47E3-67C0-46E0-BBA7-FC607063BC5D}" dt="2026-05-02T14:23:11.149" v="463" actId="14100"/>
          <ac:spMkLst>
            <pc:docMk/>
            <pc:sldMk cId="1735576946" sldId="275"/>
            <ac:spMk id="3" creationId="{F3FF1311-DD92-45BA-B10F-C1A324C27B55}"/>
          </ac:spMkLst>
        </pc:spChg>
      </pc:sldChg>
      <pc:sldChg chg="modSp mod modNotesTx">
        <pc:chgData name="George Jordan" userId="291c0ce59a151e32" providerId="LiveId" clId="{60CB47E3-67C0-46E0-BBA7-FC607063BC5D}" dt="2026-05-02T14:50:13.512" v="854" actId="255"/>
        <pc:sldMkLst>
          <pc:docMk/>
          <pc:sldMk cId="1578049064" sldId="276"/>
        </pc:sldMkLst>
        <pc:spChg chg="mod">
          <ac:chgData name="George Jordan" userId="291c0ce59a151e32" providerId="LiveId" clId="{60CB47E3-67C0-46E0-BBA7-FC607063BC5D}" dt="2026-05-02T14:23:48.825" v="464"/>
          <ac:spMkLst>
            <pc:docMk/>
            <pc:sldMk cId="1578049064" sldId="276"/>
            <ac:spMk id="2" creationId="{3A76B58F-1CF7-41B5-BF70-710D7AC7941C}"/>
          </ac:spMkLst>
        </pc:spChg>
        <pc:spChg chg="mod">
          <ac:chgData name="George Jordan" userId="291c0ce59a151e32" providerId="LiveId" clId="{60CB47E3-67C0-46E0-BBA7-FC607063BC5D}" dt="2026-05-02T14:50:13.512" v="854" actId="255"/>
          <ac:spMkLst>
            <pc:docMk/>
            <pc:sldMk cId="1578049064" sldId="276"/>
            <ac:spMk id="3" creationId="{F3FF1311-DD92-45BA-B10F-C1A324C27B55}"/>
          </ac:spMkLst>
        </pc:spChg>
      </pc:sldChg>
      <pc:sldChg chg="modSp mod modNotesTx">
        <pc:chgData name="George Jordan" userId="291c0ce59a151e32" providerId="LiveId" clId="{60CB47E3-67C0-46E0-BBA7-FC607063BC5D}" dt="2026-05-02T14:27:59.749" v="499" actId="14100"/>
        <pc:sldMkLst>
          <pc:docMk/>
          <pc:sldMk cId="3863525402" sldId="277"/>
        </pc:sldMkLst>
        <pc:spChg chg="mod">
          <ac:chgData name="George Jordan" userId="291c0ce59a151e32" providerId="LiveId" clId="{60CB47E3-67C0-46E0-BBA7-FC607063BC5D}" dt="2026-05-02T14:26:28.373" v="484"/>
          <ac:spMkLst>
            <pc:docMk/>
            <pc:sldMk cId="3863525402" sldId="277"/>
            <ac:spMk id="2" creationId="{3A76B58F-1CF7-41B5-BF70-710D7AC7941C}"/>
          </ac:spMkLst>
        </pc:spChg>
        <pc:spChg chg="mod">
          <ac:chgData name="George Jordan" userId="291c0ce59a151e32" providerId="LiveId" clId="{60CB47E3-67C0-46E0-BBA7-FC607063BC5D}" dt="2026-05-02T14:27:59.749" v="499" actId="14100"/>
          <ac:spMkLst>
            <pc:docMk/>
            <pc:sldMk cId="3863525402" sldId="277"/>
            <ac:spMk id="3" creationId="{F3FF1311-DD92-45BA-B10F-C1A324C27B55}"/>
          </ac:spMkLst>
        </pc:spChg>
      </pc:sldChg>
      <pc:sldChg chg="modSp mod modNotesTx">
        <pc:chgData name="George Jordan" userId="291c0ce59a151e32" providerId="LiveId" clId="{60CB47E3-67C0-46E0-BBA7-FC607063BC5D}" dt="2026-05-02T14:50:33.638" v="855" actId="15"/>
        <pc:sldMkLst>
          <pc:docMk/>
          <pc:sldMk cId="4163093397" sldId="278"/>
        </pc:sldMkLst>
        <pc:spChg chg="mod">
          <ac:chgData name="George Jordan" userId="291c0ce59a151e32" providerId="LiveId" clId="{60CB47E3-67C0-46E0-BBA7-FC607063BC5D}" dt="2026-05-02T14:29:42.936" v="500"/>
          <ac:spMkLst>
            <pc:docMk/>
            <pc:sldMk cId="4163093397" sldId="278"/>
            <ac:spMk id="2" creationId="{3A76B58F-1CF7-41B5-BF70-710D7AC7941C}"/>
          </ac:spMkLst>
        </pc:spChg>
        <pc:spChg chg="mod">
          <ac:chgData name="George Jordan" userId="291c0ce59a151e32" providerId="LiveId" clId="{60CB47E3-67C0-46E0-BBA7-FC607063BC5D}" dt="2026-05-02T14:50:33.638" v="855" actId="15"/>
          <ac:spMkLst>
            <pc:docMk/>
            <pc:sldMk cId="4163093397" sldId="278"/>
            <ac:spMk id="3" creationId="{F3FF1311-DD92-45BA-B10F-C1A324C27B55}"/>
          </ac:spMkLst>
        </pc:spChg>
      </pc:sldChg>
      <pc:sldChg chg="del modNotesTx">
        <pc:chgData name="George Jordan" userId="291c0ce59a151e32" providerId="LiveId" clId="{60CB47E3-67C0-46E0-BBA7-FC607063BC5D}" dt="2026-05-02T14:36:00.465" v="548" actId="2696"/>
        <pc:sldMkLst>
          <pc:docMk/>
          <pc:sldMk cId="4139985783" sldId="279"/>
        </pc:sldMkLst>
      </pc:sldChg>
      <pc:sldChg chg="modSp mod modNotesTx">
        <pc:chgData name="George Jordan" userId="291c0ce59a151e32" providerId="LiveId" clId="{60CB47E3-67C0-46E0-BBA7-FC607063BC5D}" dt="2026-05-02T14:52:44.150" v="860" actId="15"/>
        <pc:sldMkLst>
          <pc:docMk/>
          <pc:sldMk cId="2461543542" sldId="280"/>
        </pc:sldMkLst>
        <pc:spChg chg="mod">
          <ac:chgData name="George Jordan" userId="291c0ce59a151e32" providerId="LiveId" clId="{60CB47E3-67C0-46E0-BBA7-FC607063BC5D}" dt="2026-05-02T14:36:34.787" v="550"/>
          <ac:spMkLst>
            <pc:docMk/>
            <pc:sldMk cId="2461543542" sldId="280"/>
            <ac:spMk id="2" creationId="{3A76B58F-1CF7-41B5-BF70-710D7AC7941C}"/>
          </ac:spMkLst>
        </pc:spChg>
        <pc:spChg chg="mod">
          <ac:chgData name="George Jordan" userId="291c0ce59a151e32" providerId="LiveId" clId="{60CB47E3-67C0-46E0-BBA7-FC607063BC5D}" dt="2026-05-02T14:52:44.150" v="860" actId="15"/>
          <ac:spMkLst>
            <pc:docMk/>
            <pc:sldMk cId="2461543542" sldId="280"/>
            <ac:spMk id="3" creationId="{F3FF1311-DD92-45BA-B10F-C1A324C27B55}"/>
          </ac:spMkLst>
        </pc:spChg>
      </pc:sldChg>
      <pc:sldChg chg="modSp mod modNotesTx">
        <pc:chgData name="George Jordan" userId="291c0ce59a151e32" providerId="LiveId" clId="{60CB47E3-67C0-46E0-BBA7-FC607063BC5D}" dt="2026-05-02T14:43:23.999" v="824" actId="14100"/>
        <pc:sldMkLst>
          <pc:docMk/>
          <pc:sldMk cId="335075702" sldId="281"/>
        </pc:sldMkLst>
        <pc:spChg chg="mod">
          <ac:chgData name="George Jordan" userId="291c0ce59a151e32" providerId="LiveId" clId="{60CB47E3-67C0-46E0-BBA7-FC607063BC5D}" dt="2026-05-02T14:41:09.705" v="800"/>
          <ac:spMkLst>
            <pc:docMk/>
            <pc:sldMk cId="335075702" sldId="281"/>
            <ac:spMk id="2" creationId="{3A76B58F-1CF7-41B5-BF70-710D7AC7941C}"/>
          </ac:spMkLst>
        </pc:spChg>
        <pc:spChg chg="mod">
          <ac:chgData name="George Jordan" userId="291c0ce59a151e32" providerId="LiveId" clId="{60CB47E3-67C0-46E0-BBA7-FC607063BC5D}" dt="2026-05-02T14:43:23.999" v="824" actId="14100"/>
          <ac:spMkLst>
            <pc:docMk/>
            <pc:sldMk cId="335075702" sldId="281"/>
            <ac:spMk id="3" creationId="{F3FF1311-DD92-45BA-B10F-C1A324C27B55}"/>
          </ac:spMkLst>
        </pc:spChg>
      </pc:sldChg>
      <pc:sldChg chg="modSp mod modNotesTx">
        <pc:chgData name="George Jordan" userId="291c0ce59a151e32" providerId="LiveId" clId="{60CB47E3-67C0-46E0-BBA7-FC607063BC5D}" dt="2026-05-02T14:40:43.937" v="799" actId="14100"/>
        <pc:sldMkLst>
          <pc:docMk/>
          <pc:sldMk cId="3097849835" sldId="282"/>
        </pc:sldMkLst>
        <pc:spChg chg="mod">
          <ac:chgData name="George Jordan" userId="291c0ce59a151e32" providerId="LiveId" clId="{60CB47E3-67C0-46E0-BBA7-FC607063BC5D}" dt="2026-05-02T14:39:19.295" v="784"/>
          <ac:spMkLst>
            <pc:docMk/>
            <pc:sldMk cId="3097849835" sldId="282"/>
            <ac:spMk id="2" creationId="{3A76B58F-1CF7-41B5-BF70-710D7AC7941C}"/>
          </ac:spMkLst>
        </pc:spChg>
        <pc:spChg chg="mod">
          <ac:chgData name="George Jordan" userId="291c0ce59a151e32" providerId="LiveId" clId="{60CB47E3-67C0-46E0-BBA7-FC607063BC5D}" dt="2026-05-02T14:40:43.937" v="799" actId="14100"/>
          <ac:spMkLst>
            <pc:docMk/>
            <pc:sldMk cId="3097849835" sldId="282"/>
            <ac:spMk id="3" creationId="{F3FF1311-DD92-45BA-B10F-C1A324C27B55}"/>
          </ac:spMkLst>
        </pc:spChg>
      </pc:sldChg>
      <pc:sldChg chg="del modNotesTx">
        <pc:chgData name="George Jordan" userId="291c0ce59a151e32" providerId="LiveId" clId="{60CB47E3-67C0-46E0-BBA7-FC607063BC5D}" dt="2026-05-02T14:46:14.504" v="842" actId="2696"/>
        <pc:sldMkLst>
          <pc:docMk/>
          <pc:sldMk cId="2011979785" sldId="283"/>
        </pc:sldMkLst>
      </pc:sldChg>
      <pc:sldChg chg="modSp mod modNotesTx">
        <pc:chgData name="George Jordan" userId="291c0ce59a151e32" providerId="LiveId" clId="{60CB47E3-67C0-46E0-BBA7-FC607063BC5D}" dt="2026-05-02T14:45:40.784" v="840" actId="14100"/>
        <pc:sldMkLst>
          <pc:docMk/>
          <pc:sldMk cId="2700142333" sldId="284"/>
        </pc:sldMkLst>
        <pc:spChg chg="mod">
          <ac:chgData name="George Jordan" userId="291c0ce59a151e32" providerId="LiveId" clId="{60CB47E3-67C0-46E0-BBA7-FC607063BC5D}" dt="2026-05-02T14:43:59.274" v="825"/>
          <ac:spMkLst>
            <pc:docMk/>
            <pc:sldMk cId="2700142333" sldId="284"/>
            <ac:spMk id="2" creationId="{3A76B58F-1CF7-41B5-BF70-710D7AC7941C}"/>
          </ac:spMkLst>
        </pc:spChg>
        <pc:spChg chg="mod">
          <ac:chgData name="George Jordan" userId="291c0ce59a151e32" providerId="LiveId" clId="{60CB47E3-67C0-46E0-BBA7-FC607063BC5D}" dt="2026-05-02T14:45:40.784" v="840" actId="14100"/>
          <ac:spMkLst>
            <pc:docMk/>
            <pc:sldMk cId="2700142333" sldId="284"/>
            <ac:spMk id="3" creationId="{F3FF1311-DD92-45BA-B10F-C1A324C27B55}"/>
          </ac:spMkLst>
        </pc:spChg>
      </pc:sldChg>
      <pc:sldChg chg="del modNotesTx">
        <pc:chgData name="George Jordan" userId="291c0ce59a151e32" providerId="LiveId" clId="{60CB47E3-67C0-46E0-BBA7-FC607063BC5D}" dt="2026-05-02T14:46:07.971" v="841" actId="2696"/>
        <pc:sldMkLst>
          <pc:docMk/>
          <pc:sldMk cId="1329497260" sldId="285"/>
        </pc:sldMkLst>
      </pc:sldChg>
      <pc:sldChg chg="del modNotesTx">
        <pc:chgData name="George Jordan" userId="291c0ce59a151e32" providerId="LiveId" clId="{60CB47E3-67C0-46E0-BBA7-FC607063BC5D}" dt="2026-05-02T14:46:31.449" v="843" actId="47"/>
        <pc:sldMkLst>
          <pc:docMk/>
          <pc:sldMk cId="3789574512" sldId="286"/>
        </pc:sldMkLst>
      </pc:sldChg>
      <pc:sldChg chg="del modNotesTx">
        <pc:chgData name="George Jordan" userId="291c0ce59a151e32" providerId="LiveId" clId="{60CB47E3-67C0-46E0-BBA7-FC607063BC5D}" dt="2026-05-02T14:46:55.878" v="845" actId="47"/>
        <pc:sldMkLst>
          <pc:docMk/>
          <pc:sldMk cId="2003310138" sldId="287"/>
        </pc:sldMkLst>
      </pc:sldChg>
      <pc:sldChg chg="del modNotesTx">
        <pc:chgData name="George Jordan" userId="291c0ce59a151e32" providerId="LiveId" clId="{60CB47E3-67C0-46E0-BBA7-FC607063BC5D}" dt="2026-05-02T14:46:31.449" v="843" actId="47"/>
        <pc:sldMkLst>
          <pc:docMk/>
          <pc:sldMk cId="2984966143" sldId="288"/>
        </pc:sldMkLst>
      </pc:sldChg>
      <pc:sldChg chg="del modNotesTx">
        <pc:chgData name="George Jordan" userId="291c0ce59a151e32" providerId="LiveId" clId="{60CB47E3-67C0-46E0-BBA7-FC607063BC5D}" dt="2026-05-02T14:46:31.449" v="843" actId="47"/>
        <pc:sldMkLst>
          <pc:docMk/>
          <pc:sldMk cId="3085369173" sldId="289"/>
        </pc:sldMkLst>
      </pc:sldChg>
      <pc:sldChg chg="del modNotesTx">
        <pc:chgData name="George Jordan" userId="291c0ce59a151e32" providerId="LiveId" clId="{60CB47E3-67C0-46E0-BBA7-FC607063BC5D}" dt="2026-05-02T14:46:31.449" v="843" actId="47"/>
        <pc:sldMkLst>
          <pc:docMk/>
          <pc:sldMk cId="3971137412" sldId="290"/>
        </pc:sldMkLst>
      </pc:sldChg>
      <pc:sldChg chg="del modNotesTx">
        <pc:chgData name="George Jordan" userId="291c0ce59a151e32" providerId="LiveId" clId="{60CB47E3-67C0-46E0-BBA7-FC607063BC5D}" dt="2026-05-02T14:46:46.282" v="844" actId="47"/>
        <pc:sldMkLst>
          <pc:docMk/>
          <pc:sldMk cId="3173863523" sldId="291"/>
        </pc:sldMkLst>
      </pc:sldChg>
      <pc:sldChg chg="del modNotesTx">
        <pc:chgData name="George Jordan" userId="291c0ce59a151e32" providerId="LiveId" clId="{60CB47E3-67C0-46E0-BBA7-FC607063BC5D}" dt="2026-05-02T14:46:46.282" v="844" actId="47"/>
        <pc:sldMkLst>
          <pc:docMk/>
          <pc:sldMk cId="1707390613" sldId="292"/>
        </pc:sldMkLst>
      </pc:sldChg>
      <pc:sldChg chg="del modNotesTx">
        <pc:chgData name="George Jordan" userId="291c0ce59a151e32" providerId="LiveId" clId="{60CB47E3-67C0-46E0-BBA7-FC607063BC5D}" dt="2026-05-02T14:46:55.878" v="845" actId="47"/>
        <pc:sldMkLst>
          <pc:docMk/>
          <pc:sldMk cId="507735780" sldId="293"/>
        </pc:sldMkLst>
      </pc:sldChg>
      <pc:sldChg chg="del modNotesTx">
        <pc:chgData name="George Jordan" userId="291c0ce59a151e32" providerId="LiveId" clId="{60CB47E3-67C0-46E0-BBA7-FC607063BC5D}" dt="2026-05-02T14:46:46.282" v="844" actId="47"/>
        <pc:sldMkLst>
          <pc:docMk/>
          <pc:sldMk cId="1469733173" sldId="294"/>
        </pc:sldMkLst>
      </pc:sldChg>
      <pc:sldChg chg="del modNotesTx">
        <pc:chgData name="George Jordan" userId="291c0ce59a151e32" providerId="LiveId" clId="{60CB47E3-67C0-46E0-BBA7-FC607063BC5D}" dt="2026-05-02T14:46:46.282" v="844" actId="47"/>
        <pc:sldMkLst>
          <pc:docMk/>
          <pc:sldMk cId="1689721637" sldId="295"/>
        </pc:sldMkLst>
      </pc:sldChg>
      <pc:sldChg chg="del modNotesTx">
        <pc:chgData name="George Jordan" userId="291c0ce59a151e32" providerId="LiveId" clId="{60CB47E3-67C0-46E0-BBA7-FC607063BC5D}" dt="2026-05-02T14:46:46.282" v="844" actId="47"/>
        <pc:sldMkLst>
          <pc:docMk/>
          <pc:sldMk cId="2944419379" sldId="296"/>
        </pc:sldMkLst>
      </pc:sldChg>
      <pc:sldChg chg="del modNotesTx">
        <pc:chgData name="George Jordan" userId="291c0ce59a151e32" providerId="LiveId" clId="{60CB47E3-67C0-46E0-BBA7-FC607063BC5D}" dt="2026-05-02T14:48:05.090" v="847" actId="2696"/>
        <pc:sldMkLst>
          <pc:docMk/>
          <pc:sldMk cId="233572937" sldId="297"/>
        </pc:sldMkLst>
      </pc:sldChg>
      <pc:sldChg chg="del modNotesTx">
        <pc:chgData name="George Jordan" userId="291c0ce59a151e32" providerId="LiveId" clId="{60CB47E3-67C0-46E0-BBA7-FC607063BC5D}" dt="2026-05-02T14:46:55.878" v="845" actId="47"/>
        <pc:sldMkLst>
          <pc:docMk/>
          <pc:sldMk cId="181895315" sldId="298"/>
        </pc:sldMkLst>
      </pc:sldChg>
      <pc:sldChg chg="del modNotesTx">
        <pc:chgData name="George Jordan" userId="291c0ce59a151e32" providerId="LiveId" clId="{60CB47E3-67C0-46E0-BBA7-FC607063BC5D}" dt="2026-05-02T14:48:00.854" v="846" actId="2696"/>
        <pc:sldMkLst>
          <pc:docMk/>
          <pc:sldMk cId="1528452565" sldId="299"/>
        </pc:sldMkLst>
      </pc:sldChg>
      <pc:sldChg chg="modSp mod modNotesTx">
        <pc:chgData name="George Jordan" userId="291c0ce59a151e32" providerId="LiveId" clId="{60CB47E3-67C0-46E0-BBA7-FC607063BC5D}" dt="2026-05-02T14:52:11.272" v="859" actId="15"/>
        <pc:sldMkLst>
          <pc:docMk/>
          <pc:sldMk cId="3806929707" sldId="300"/>
        </pc:sldMkLst>
        <pc:spChg chg="mod">
          <ac:chgData name="George Jordan" userId="291c0ce59a151e32" providerId="LiveId" clId="{60CB47E3-67C0-46E0-BBA7-FC607063BC5D}" dt="2026-05-02T14:32:58.560" v="520"/>
          <ac:spMkLst>
            <pc:docMk/>
            <pc:sldMk cId="3806929707" sldId="300"/>
            <ac:spMk id="2" creationId="{3A76B58F-1CF7-41B5-BF70-710D7AC7941C}"/>
          </ac:spMkLst>
        </pc:spChg>
        <pc:spChg chg="mod">
          <ac:chgData name="George Jordan" userId="291c0ce59a151e32" providerId="LiveId" clId="{60CB47E3-67C0-46E0-BBA7-FC607063BC5D}" dt="2026-05-02T14:52:11.272" v="859" actId="15"/>
          <ac:spMkLst>
            <pc:docMk/>
            <pc:sldMk cId="3806929707" sldId="300"/>
            <ac:spMk id="3" creationId="{F3FF1311-DD92-45BA-B10F-C1A324C27B55}"/>
          </ac:spMkLst>
        </pc:spChg>
      </pc:sldChg>
      <pc:sldChg chg="modSp add mod">
        <pc:chgData name="George Jordan" userId="291c0ce59a151e32" providerId="LiveId" clId="{60CB47E3-67C0-46E0-BBA7-FC607063BC5D}" dt="2026-05-02T14:06:30.213" v="68" actId="12"/>
        <pc:sldMkLst>
          <pc:docMk/>
          <pc:sldMk cId="1402504112" sldId="301"/>
        </pc:sldMkLst>
        <pc:spChg chg="mod">
          <ac:chgData name="George Jordan" userId="291c0ce59a151e32" providerId="LiveId" clId="{60CB47E3-67C0-46E0-BBA7-FC607063BC5D}" dt="2026-05-02T14:05:09.174" v="52"/>
          <ac:spMkLst>
            <pc:docMk/>
            <pc:sldMk cId="1402504112" sldId="301"/>
            <ac:spMk id="2" creationId="{3A76B58F-1CF7-41B5-BF70-710D7AC7941C}"/>
          </ac:spMkLst>
        </pc:spChg>
        <pc:spChg chg="mod">
          <ac:chgData name="George Jordan" userId="291c0ce59a151e32" providerId="LiveId" clId="{60CB47E3-67C0-46E0-BBA7-FC607063BC5D}" dt="2026-05-02T14:06:30.213" v="68" actId="12"/>
          <ac:spMkLst>
            <pc:docMk/>
            <pc:sldMk cId="1402504112" sldId="301"/>
            <ac:spMk id="3" creationId="{F3FF1311-DD92-45BA-B10F-C1A324C27B55}"/>
          </ac:spMkLst>
        </pc:spChg>
      </pc:sldChg>
      <pc:sldChg chg="modSp add mod">
        <pc:chgData name="George Jordan" userId="291c0ce59a151e32" providerId="LiveId" clId="{60CB47E3-67C0-46E0-BBA7-FC607063BC5D}" dt="2026-05-02T14:11:59.797" v="156" actId="14100"/>
        <pc:sldMkLst>
          <pc:docMk/>
          <pc:sldMk cId="2909510447" sldId="302"/>
        </pc:sldMkLst>
        <pc:spChg chg="mod">
          <ac:chgData name="George Jordan" userId="291c0ce59a151e32" providerId="LiveId" clId="{60CB47E3-67C0-46E0-BBA7-FC607063BC5D}" dt="2026-05-02T14:10:59.522" v="128"/>
          <ac:spMkLst>
            <pc:docMk/>
            <pc:sldMk cId="2909510447" sldId="302"/>
            <ac:spMk id="2" creationId="{3A76B58F-1CF7-41B5-BF70-710D7AC7941C}"/>
          </ac:spMkLst>
        </pc:spChg>
        <pc:spChg chg="mod">
          <ac:chgData name="George Jordan" userId="291c0ce59a151e32" providerId="LiveId" clId="{60CB47E3-67C0-46E0-BBA7-FC607063BC5D}" dt="2026-05-02T14:11:59.797" v="156" actId="14100"/>
          <ac:spMkLst>
            <pc:docMk/>
            <pc:sldMk cId="2909510447" sldId="302"/>
            <ac:spMk id="3" creationId="{F3FF1311-DD92-45BA-B10F-C1A324C27B55}"/>
          </ac:spMkLst>
        </pc:spChg>
      </pc:sldChg>
      <pc:sldChg chg="modSp add mod">
        <pc:chgData name="George Jordan" userId="291c0ce59a151e32" providerId="LiveId" clId="{60CB47E3-67C0-46E0-BBA7-FC607063BC5D}" dt="2026-05-02T14:10:24.831" v="126" actId="14100"/>
        <pc:sldMkLst>
          <pc:docMk/>
          <pc:sldMk cId="911517982" sldId="303"/>
        </pc:sldMkLst>
        <pc:spChg chg="mod">
          <ac:chgData name="George Jordan" userId="291c0ce59a151e32" providerId="LiveId" clId="{60CB47E3-67C0-46E0-BBA7-FC607063BC5D}" dt="2026-05-02T14:09:36.346" v="120"/>
          <ac:spMkLst>
            <pc:docMk/>
            <pc:sldMk cId="911517982" sldId="303"/>
            <ac:spMk id="2" creationId="{3A76B58F-1CF7-41B5-BF70-710D7AC7941C}"/>
          </ac:spMkLst>
        </pc:spChg>
        <pc:spChg chg="mod">
          <ac:chgData name="George Jordan" userId="291c0ce59a151e32" providerId="LiveId" clId="{60CB47E3-67C0-46E0-BBA7-FC607063BC5D}" dt="2026-05-02T14:10:24.831" v="126" actId="14100"/>
          <ac:spMkLst>
            <pc:docMk/>
            <pc:sldMk cId="911517982" sldId="303"/>
            <ac:spMk id="3" creationId="{F3FF1311-DD92-45BA-B10F-C1A324C27B5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EDD3B8-5E68-48E9-AAB1-5DE570C28E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97E35-4312-4077-83D3-69953080BC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836F02-AF67-416B-AB85-08CFF698F86D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53C52-2B92-4B9E-86F4-DB78684BEC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E0EA4-BAD2-4335-9446-CA4CCFEC14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5BC62-3B36-43F8-8B69-D6E5E743DA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5184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7E8F0-931C-4E43-98D1-A3CD0E0034DC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EB063-7F11-4E3B-BA52-07405B1C2D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93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455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401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239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486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239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811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09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63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199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853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4171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8034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3335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818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1806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9992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2646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392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81388F-6D01-4763-9497-2C5F78AF5477}"/>
              </a:ext>
            </a:extLst>
          </p:cNvPr>
          <p:cNvSpPr/>
          <p:nvPr userDrawn="1"/>
        </p:nvSpPr>
        <p:spPr>
          <a:xfrm>
            <a:off x="0" y="4818185"/>
            <a:ext cx="12192000" cy="2039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 6"/>
          <p:cNvSpPr/>
          <p:nvPr/>
        </p:nvSpPr>
        <p:spPr bwMode="ltGray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 algn="ctr">
              <a:defRPr sz="54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5/2/2026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7432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  <a:noFill/>
          <a:ln w="25400">
            <a:gradFill>
              <a:gsLst>
                <a:gs pos="50000">
                  <a:schemeClr val="bg2"/>
                </a:gs>
                <a:gs pos="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4059F8-A688-4FFE-AA79-3B6D811FA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22287"/>
            <a:ext cx="5181600" cy="36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3AB4A3-AE75-4D00-9BE1-AF3996C6B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5/2/2026</a:t>
            </a:fld>
            <a:endParaRPr lang="en-US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71F3C4-BAAF-4391-B574-8E340EDA3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B8DD71F-FEC6-4AB5-974A-FD2B82A7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6491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Content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ltGray">
          <a:xfrm>
            <a:off x="0" y="1"/>
            <a:ext cx="12192000" cy="6251330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514" y="451513"/>
            <a:ext cx="11288972" cy="5149187"/>
          </a:xfrm>
        </p:spPr>
        <p:txBody>
          <a:bodyPr anchor="ctr" anchorCtr="0"/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40B6DF-7478-4740-A710-DA5E9EBA7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5/2/2026</a:t>
            </a:fld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2D89951-67E9-4086-AED0-C236A00A5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8553809-8746-49E3-BCB5-0A9FF406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7319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 flipH="1">
            <a:off x="12699" y="0"/>
            <a:ext cx="6004585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514" y="375313"/>
            <a:ext cx="5114017" cy="1139895"/>
          </a:xfrm>
        </p:spPr>
        <p:txBody>
          <a:bodyPr/>
          <a:lstStyle>
            <a:lvl1pPr algn="l"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1514" y="2222287"/>
            <a:ext cx="5553071" cy="3638763"/>
          </a:xfrm>
          <a:ln w="25400">
            <a:gradFill>
              <a:gsLst>
                <a:gs pos="0">
                  <a:schemeClr val="bg2"/>
                </a:gs>
                <a:gs pos="50000">
                  <a:srgbClr val="4A3030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C95D556F-51D2-4EF4-B60F-D319BF2328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56099" y="375312"/>
            <a:ext cx="5186363" cy="5485737"/>
          </a:xfrm>
        </p:spPr>
        <p:txBody>
          <a:bodyPr anchor="t" anchorCtr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F86C4-C3A0-4CA8-8809-1D90DE9E4D4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5/2/2026</a:t>
            </a:fld>
            <a:endParaRPr lang="en-US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DD26EA8-C9F2-49A7-8F7B-A782D30B82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41DD2E8-07A6-430F-A2FB-E2746C9352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4464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 flipH="1">
            <a:off x="6187414" y="0"/>
            <a:ext cx="6004583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2696" y="359551"/>
            <a:ext cx="5114017" cy="1139895"/>
          </a:xfrm>
        </p:spPr>
        <p:txBody>
          <a:bodyPr/>
          <a:lstStyle>
            <a:lvl1pPr algn="l"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1514" y="451513"/>
            <a:ext cx="5553071" cy="5409537"/>
          </a:xfrm>
        </p:spPr>
        <p:txBody>
          <a:bodyPr anchor="t" anchorCtr="0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54563" y="2222287"/>
            <a:ext cx="5553071" cy="3638764"/>
          </a:xfrm>
          <a:ln>
            <a:gradFill>
              <a:gsLst>
                <a:gs pos="0">
                  <a:schemeClr val="bg2"/>
                </a:gs>
                <a:gs pos="5000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2940641-87D1-48C5-879E-8A5FBA537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5/2/2026</a:t>
            </a:fld>
            <a:endParaRPr lang="en-US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BFA68A8-3A7A-430B-9A66-482C28DC5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C17F98-4E3F-4327-8CCF-D13C3371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703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2B99B50-4971-48A5-8202-4CC55C7F9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0"/>
            <a:ext cx="6096000" cy="6857999"/>
          </a:xfrm>
          <a:custGeom>
            <a:avLst/>
            <a:gdLst>
              <a:gd name="connsiteX0" fmla="*/ 404916 w 6526400"/>
              <a:gd name="connsiteY0" fmla="*/ 0 h 6857999"/>
              <a:gd name="connsiteX1" fmla="*/ 1425163 w 6526400"/>
              <a:gd name="connsiteY1" fmla="*/ 0 h 6857999"/>
              <a:gd name="connsiteX2" fmla="*/ 2955534 w 6526400"/>
              <a:gd name="connsiteY2" fmla="*/ 0 h 6857999"/>
              <a:gd name="connsiteX3" fmla="*/ 6526400 w 6526400"/>
              <a:gd name="connsiteY3" fmla="*/ 0 h 6857999"/>
              <a:gd name="connsiteX4" fmla="*/ 6526400 w 6526400"/>
              <a:gd name="connsiteY4" fmla="*/ 6857999 h 6857999"/>
              <a:gd name="connsiteX5" fmla="*/ 404916 w 6526400"/>
              <a:gd name="connsiteY5" fmla="*/ 6857999 h 6857999"/>
              <a:gd name="connsiteX6" fmla="*/ 377830 w 6526400"/>
              <a:gd name="connsiteY6" fmla="*/ 2463800 h 6857999"/>
              <a:gd name="connsiteX7" fmla="*/ 0 w 6526400"/>
              <a:gd name="connsiteY7" fmla="*/ 2203407 h 6857999"/>
              <a:gd name="connsiteX8" fmla="*/ 391373 w 6526400"/>
              <a:gd name="connsiteY8" fmla="*/ 1854200 h 6857999"/>
              <a:gd name="connsiteX9" fmla="*/ 404916 w 6526400"/>
              <a:gd name="connsiteY9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26400" h="6857999">
                <a:moveTo>
                  <a:pt x="404916" y="0"/>
                </a:moveTo>
                <a:lnTo>
                  <a:pt x="1425163" y="0"/>
                </a:lnTo>
                <a:lnTo>
                  <a:pt x="2955534" y="0"/>
                </a:lnTo>
                <a:lnTo>
                  <a:pt x="6526400" y="0"/>
                </a:lnTo>
                <a:lnTo>
                  <a:pt x="6526400" y="6857999"/>
                </a:lnTo>
                <a:lnTo>
                  <a:pt x="404916" y="6857999"/>
                </a:lnTo>
                <a:lnTo>
                  <a:pt x="377830" y="2463800"/>
                </a:lnTo>
                <a:lnTo>
                  <a:pt x="0" y="2203407"/>
                </a:lnTo>
                <a:lnTo>
                  <a:pt x="391373" y="1854200"/>
                </a:lnTo>
                <a:cubicBezTo>
                  <a:pt x="395887" y="1282700"/>
                  <a:pt x="400402" y="571500"/>
                  <a:pt x="404916" y="0"/>
                </a:cubicBez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396" y="311813"/>
            <a:ext cx="5334448" cy="1453488"/>
          </a:xfrm>
          <a:effectLst/>
        </p:spPr>
        <p:txBody>
          <a:bodyPr anchor="b">
            <a:normAutofit/>
          </a:bodyPr>
          <a:lstStyle>
            <a:lvl1pPr algn="l">
              <a:defRPr sz="4000" b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4FB892-38DF-40F9-B034-BC1E61FC6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396" y="2057400"/>
            <a:ext cx="5334448" cy="3811588"/>
          </a:xfrm>
        </p:spPr>
        <p:txBody>
          <a:bodyPr anchor="t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ED24-3C5F-4326-A304-DBDBA6CE7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5/2/2026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532AEE-3AAE-4FBF-969F-8A364CE8A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17C1A8-7DBE-4E24-BCA1-D820D780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97305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10001" y="2222287"/>
            <a:ext cx="10571998" cy="3638764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466CE2-DFEE-46B8-AFB2-817272E3B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5/2/2026</a:t>
            </a:fld>
            <a:endParaRPr lang="en-US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E9A94A-136A-4208-8F98-012BDAC1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1459C8B-DA0F-4808-A642-40471D1D2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7688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89884"/>
            <a:ext cx="10561418" cy="1426004"/>
          </a:xfrm>
        </p:spPr>
        <p:txBody>
          <a:bodyPr anchor="ctr" anchorCtr="0">
            <a:normAutofit/>
          </a:bodyPr>
          <a:lstStyle>
            <a:lvl1pPr algn="ctr">
              <a:defRPr sz="4000" b="0">
                <a:ln>
                  <a:noFill/>
                </a:ln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C1FEB3F-0898-4AE0-B8C4-970BF80A3766}"/>
              </a:ext>
            </a:extLst>
          </p:cNvPr>
          <p:cNvSpPr>
            <a:spLocks noGrp="1"/>
          </p:cNvSpPr>
          <p:nvPr>
            <p:ph sz="quarter" idx="14"/>
          </p:nvPr>
        </p:nvSpPr>
        <p:spPr bwMode="ltGray">
          <a:xfrm>
            <a:off x="-5291" y="-57584"/>
            <a:ext cx="12192000" cy="4851400"/>
          </a:xfrm>
          <a:custGeom>
            <a:avLst/>
            <a:gdLst>
              <a:gd name="connsiteX0" fmla="*/ 0 w 10561638"/>
              <a:gd name="connsiteY0" fmla="*/ 0 h 3937000"/>
              <a:gd name="connsiteX1" fmla="*/ 1760273 w 10561638"/>
              <a:gd name="connsiteY1" fmla="*/ 0 h 3937000"/>
              <a:gd name="connsiteX2" fmla="*/ 1760273 w 10561638"/>
              <a:gd name="connsiteY2" fmla="*/ 0 h 3937000"/>
              <a:gd name="connsiteX3" fmla="*/ 4400683 w 10561638"/>
              <a:gd name="connsiteY3" fmla="*/ 0 h 3937000"/>
              <a:gd name="connsiteX4" fmla="*/ 10561638 w 10561638"/>
              <a:gd name="connsiteY4" fmla="*/ 0 h 3937000"/>
              <a:gd name="connsiteX5" fmla="*/ 10561638 w 10561638"/>
              <a:gd name="connsiteY5" fmla="*/ 2296583 h 3937000"/>
              <a:gd name="connsiteX6" fmla="*/ 10561638 w 10561638"/>
              <a:gd name="connsiteY6" fmla="*/ 2296583 h 3937000"/>
              <a:gd name="connsiteX7" fmla="*/ 10561638 w 10561638"/>
              <a:gd name="connsiteY7" fmla="*/ 3280833 h 3937000"/>
              <a:gd name="connsiteX8" fmla="*/ 10561638 w 10561638"/>
              <a:gd name="connsiteY8" fmla="*/ 3937000 h 3937000"/>
              <a:gd name="connsiteX9" fmla="*/ 4400683 w 10561638"/>
              <a:gd name="connsiteY9" fmla="*/ 3937000 h 3937000"/>
              <a:gd name="connsiteX10" fmla="*/ 2077263 w 10561638"/>
              <a:gd name="connsiteY10" fmla="*/ 4251330 h 3937000"/>
              <a:gd name="connsiteX11" fmla="*/ 1760273 w 10561638"/>
              <a:gd name="connsiteY11" fmla="*/ 3937000 h 3937000"/>
              <a:gd name="connsiteX12" fmla="*/ 0 w 10561638"/>
              <a:gd name="connsiteY12" fmla="*/ 3937000 h 3937000"/>
              <a:gd name="connsiteX13" fmla="*/ 0 w 10561638"/>
              <a:gd name="connsiteY13" fmla="*/ 3280833 h 3937000"/>
              <a:gd name="connsiteX14" fmla="*/ 0 w 10561638"/>
              <a:gd name="connsiteY14" fmla="*/ 2296583 h 3937000"/>
              <a:gd name="connsiteX15" fmla="*/ 0 w 10561638"/>
              <a:gd name="connsiteY15" fmla="*/ 2296583 h 3937000"/>
              <a:gd name="connsiteX16" fmla="*/ 0 w 10561638"/>
              <a:gd name="connsiteY16" fmla="*/ 0 h 393700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482983 w 10561638"/>
              <a:gd name="connsiteY9" fmla="*/ 39751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878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624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243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561638" h="4251330">
                <a:moveTo>
                  <a:pt x="0" y="0"/>
                </a:moveTo>
                <a:lnTo>
                  <a:pt x="1760273" y="0"/>
                </a:lnTo>
                <a:lnTo>
                  <a:pt x="1760273" y="0"/>
                </a:lnTo>
                <a:lnTo>
                  <a:pt x="4400683" y="0"/>
                </a:lnTo>
                <a:lnTo>
                  <a:pt x="10561638" y="0"/>
                </a:lnTo>
                <a:lnTo>
                  <a:pt x="10561638" y="2296583"/>
                </a:lnTo>
                <a:lnTo>
                  <a:pt x="10561638" y="2296583"/>
                </a:lnTo>
                <a:lnTo>
                  <a:pt x="10561638" y="3280833"/>
                </a:lnTo>
                <a:lnTo>
                  <a:pt x="10561638" y="3937000"/>
                </a:lnTo>
                <a:lnTo>
                  <a:pt x="2343283" y="3924300"/>
                </a:lnTo>
                <a:lnTo>
                  <a:pt x="2077263" y="4251330"/>
                </a:lnTo>
                <a:lnTo>
                  <a:pt x="1760273" y="3937000"/>
                </a:lnTo>
                <a:lnTo>
                  <a:pt x="0" y="3937000"/>
                </a:lnTo>
                <a:lnTo>
                  <a:pt x="0" y="3280833"/>
                </a:lnTo>
                <a:lnTo>
                  <a:pt x="0" y="2296583"/>
                </a:lnTo>
                <a:lnTo>
                  <a:pt x="0" y="22965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FE71A4-2AD7-44A1-9075-3AB1A226C1C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5/2/2026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5F74D3-28C0-4AA1-8508-75D32DA3C2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D83112-B341-46D2-8B30-46DBC3DAE35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111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13A633-0BBE-491F-94FD-A319FC7D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5/2/2026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16FEDE-3F7F-4F2C-A341-BDA56AA7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1EE25F-3E3B-45D3-B259-498E69BF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40281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ltGray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606669"/>
            <a:ext cx="10561418" cy="3813527"/>
          </a:xfrm>
        </p:spPr>
        <p:txBody>
          <a:bodyPr anchor="ctr" anchorCtr="0"/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ctr" anchorCtr="0">
            <a:no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F5D18E-4241-429D-BEDB-6A7415C52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5/2/2026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5CFD55-6AD5-4B7E-AC33-483174EF1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4D43F5-DCFF-4B29-AC19-0BF28605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7640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B3473E37-6504-470F-92FA-792C3ACA4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5/2/2026</a:t>
            </a:fld>
            <a:endParaRPr lang="en-US" noProof="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523DE74-18E2-4EF3-A1FC-8A32CCFE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1B4AF82-5505-4A7E-AA81-139F2145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50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AF03C3-E3F3-4845-8D9E-9BD2A6767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5/2/2026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9C7230-29FF-42F2-A662-1BC1D19C5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EBD02D-5A68-4A14-892F-DE4953F2E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98126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D14D8-4D13-4DFE-938B-B710F891B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5/2/2026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4B8A5-6021-4208-A587-B45576E66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96ABC-E632-4853-B7CC-A2FB4B7C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40365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ltGray">
          <a:xfrm>
            <a:off x="1073151" y="446087"/>
            <a:ext cx="3547533" cy="283844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2576512"/>
          </a:xfrm>
        </p:spPr>
        <p:txBody>
          <a:bodyPr anchor="ctr" anchorCtr="0"/>
          <a:lstStyle>
            <a:lvl1pPr algn="l">
              <a:defRPr sz="4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73151" y="3022600"/>
            <a:ext cx="3547533" cy="2838449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F97433-9C09-4B71-A1E0-24F75011D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5/2/2026</a:t>
            </a:fld>
            <a:endParaRPr lang="en-US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EDA271-FE91-46E6-ABB5-0A3AD244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4DCFF3-B944-4C24-A12C-689D1FF7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5611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ltGray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7574642" y="1081456"/>
            <a:ext cx="3810001" cy="4075465"/>
          </a:xfrm>
        </p:spPr>
        <p:txBody>
          <a:bodyPr anchor="t" anchorCtr="0">
            <a:normAutofit/>
          </a:bodyPr>
          <a:lstStyle>
            <a:lvl1pPr marL="0" indent="0" algn="l">
              <a:buFontTx/>
              <a:buNone/>
              <a:defRPr sz="28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64F81E-11BA-4BB3-AC2C-0A729DC676E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5/2/2026</a:t>
            </a:fld>
            <a:endParaRPr lang="en-US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93A4488-E8DE-4FEB-88F9-B37F95CC838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909D08-1E53-42D5-954B-F61B508364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0964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ltGray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 anchor="ctr" anchorCtr="0"/>
          <a:lstStyle>
            <a:lvl1pPr algn="l">
              <a:defRPr sz="4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56000" y="2286000"/>
            <a:ext cx="4880300" cy="2295525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28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42ECB-4FB1-4B01-80F3-04208C781B1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5/2/2026</a:t>
            </a:fld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76F215A-F354-440E-A263-A920F595083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90FC50C-9C02-4BD6-9CBE-6880E129778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6846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ltGray">
          <a:xfrm>
            <a:off x="7669651" y="0"/>
            <a:ext cx="4522349" cy="5861051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3754460" cy="5134798"/>
          </a:xfrm>
        </p:spPr>
        <p:txBody>
          <a:bodyPr vert="horz" anchor="ctr" anchorCtr="1"/>
          <a:lstStyle>
            <a:lvl1pPr algn="l">
              <a:defRPr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10001" y="446089"/>
            <a:ext cx="6611540" cy="5414962"/>
          </a:xfrm>
        </p:spPr>
        <p:txBody>
          <a:bodyPr vert="horz" anchor="ctr" anchorCtr="1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128B4-F868-4384-A8AA-473DA3516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5/2/2026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FF940D-9281-4C2A-BA62-E5854A11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B1454F-842C-4F51-A7E7-0335B2FB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369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FB7F6C47-B260-4BB6-8230-7D14D5CDE026}" type="datetimeFigureOut">
              <a:rPr lang="en-US" noProof="0" smtClean="0"/>
              <a:t>5/2/2026</a:t>
            </a:fld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948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87" r:id="rId3"/>
    <p:sldLayoutId id="2147483688" r:id="rId4"/>
    <p:sldLayoutId id="2147483689" r:id="rId5"/>
    <p:sldLayoutId id="2147483681" r:id="rId6"/>
    <p:sldLayoutId id="2147483690" r:id="rId7"/>
    <p:sldLayoutId id="2147483682" r:id="rId8"/>
    <p:sldLayoutId id="2147483674" r:id="rId9"/>
    <p:sldLayoutId id="2147483675" r:id="rId10"/>
    <p:sldLayoutId id="2147483677" r:id="rId11"/>
    <p:sldLayoutId id="2147483678" r:id="rId12"/>
    <p:sldLayoutId id="2147483679" r:id="rId13"/>
    <p:sldLayoutId id="2147483680" r:id="rId14"/>
    <p:sldLayoutId id="2147483683" r:id="rId15"/>
    <p:sldLayoutId id="2147483684" r:id="rId16"/>
    <p:sldLayoutId id="214748368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000" b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grayWhite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D37BC-7D91-4F83-845D-70080D7DD6FC}"/>
              </a:ext>
            </a:extLst>
          </p:cNvPr>
          <p:cNvSpPr>
            <a:spLocks noGrp="1"/>
          </p:cNvSpPr>
          <p:nvPr>
            <p:ph type="ctrTitle"/>
          </p:nvPr>
        </p:nvSpPr>
        <p:spPr bwMode="black"/>
        <p:txBody>
          <a:bodyPr/>
          <a:lstStyle/>
          <a:p>
            <a:r>
              <a:rPr lang="en-US" b="0" dirty="0"/>
              <a:t>NIST HIPAA Security Rule Toolkit User Guide</a:t>
            </a:r>
            <a:br>
              <a:rPr lang="en-US" b="0" dirty="0"/>
            </a:br>
            <a:br>
              <a:rPr lang="en-US" b="0" dirty="0"/>
            </a:br>
            <a:r>
              <a:rPr lang="en-US" sz="2800" b="0" dirty="0"/>
              <a:t>Overview, Functionality, and Risk Assessment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E5DACC-1D74-41AD-B036-C015472B9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313" y="5246981"/>
            <a:ext cx="10572000" cy="1334442"/>
          </a:xfrm>
        </p:spPr>
        <p:txBody>
          <a:bodyPr anchor="ctr">
            <a:noAutofit/>
          </a:bodyPr>
          <a:lstStyle/>
          <a:p>
            <a:r>
              <a:rPr lang="en-US" sz="3200" i="1" dirty="0"/>
              <a:t>Prepared by George Jordan</a:t>
            </a:r>
          </a:p>
        </p:txBody>
      </p:sp>
    </p:spTree>
    <p:extLst>
      <p:ext uri="{BB962C8B-B14F-4D97-AF65-F5344CB8AC3E}">
        <p14:creationId xmlns:p14="http://schemas.microsoft.com/office/powerpoint/2010/main" val="161397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the Toolkit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10000" y="2369256"/>
            <a:ext cx="10571998" cy="363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Helps organizations understand HIPAA Security Rule requirements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Supports implementation of HIPAA safeguards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Assists with evaluating security control effectiveness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Developed by NIST to aid healthcare security programs</a:t>
            </a:r>
          </a:p>
        </p:txBody>
      </p:sp>
    </p:spTree>
    <p:extLst>
      <p:ext uri="{BB962C8B-B14F-4D97-AF65-F5344CB8AC3E}">
        <p14:creationId xmlns:p14="http://schemas.microsoft.com/office/powerpoint/2010/main" val="2131043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Intended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10000" y="2369256"/>
            <a:ext cx="10571998" cy="363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Covered Entities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Business Associates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Healthcare Provider Practices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Security / Compliance Teams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Organizations of all sizes</a:t>
            </a:r>
          </a:p>
        </p:txBody>
      </p:sp>
    </p:spTree>
    <p:extLst>
      <p:ext uri="{BB962C8B-B14F-4D97-AF65-F5344CB8AC3E}">
        <p14:creationId xmlns:p14="http://schemas.microsoft.com/office/powerpoint/2010/main" val="1402504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Toolkit Does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10000" y="2369256"/>
            <a:ext cx="10571998" cy="344965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Addresses all 45 HIPAA Security Rule implementation specifications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Guides assessors through structured questionnaires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Supports risk assessment and gap analysis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Helps document implementation status and remediation needs</a:t>
            </a:r>
          </a:p>
        </p:txBody>
      </p:sp>
    </p:spTree>
    <p:extLst>
      <p:ext uri="{BB962C8B-B14F-4D97-AF65-F5344CB8AC3E}">
        <p14:creationId xmlns:p14="http://schemas.microsoft.com/office/powerpoint/2010/main" val="1290710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Toolkit Is 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10000" y="2369255"/>
            <a:ext cx="10571998" cy="335465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Not a compliance certification tool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Does not determine legal HIPAA compliance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Not a HIPAA Privacy Rule assessment tool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Not intended for simultaneous multi-user collaboration</a:t>
            </a:r>
          </a:p>
        </p:txBody>
      </p:sp>
    </p:spTree>
    <p:extLst>
      <p:ext uri="{BB962C8B-B14F-4D97-AF65-F5344CB8AC3E}">
        <p14:creationId xmlns:p14="http://schemas.microsoft.com/office/powerpoint/2010/main" val="911517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in Risk Assessments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10000" y="2369255"/>
            <a:ext cx="10571998" cy="322402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Identifies weaknesses in ePHI protection controls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Highlights areas requiring remediation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Supports organizational security evaluations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Supplements enterprise risk management processes</a:t>
            </a:r>
          </a:p>
        </p:txBody>
      </p:sp>
    </p:spTree>
    <p:extLst>
      <p:ext uri="{BB962C8B-B14F-4D97-AF65-F5344CB8AC3E}">
        <p14:creationId xmlns:p14="http://schemas.microsoft.com/office/powerpoint/2010/main" val="2909510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Supported Platforms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10000" y="2232561"/>
            <a:ext cx="10891849" cy="35388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Windows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Linux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macOS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000" b="1" dirty="0"/>
              <a:t>Source:</a:t>
            </a:r>
            <a:r>
              <a:rPr lang="en-US" sz="2000" dirty="0"/>
              <a:t> NIST CSRC Toolkit Distribution</a:t>
            </a:r>
          </a:p>
        </p:txBody>
      </p:sp>
    </p:spTree>
    <p:extLst>
      <p:ext uri="{BB962C8B-B14F-4D97-AF65-F5344CB8AC3E}">
        <p14:creationId xmlns:p14="http://schemas.microsoft.com/office/powerpoint/2010/main" val="3371581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Functional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10000" y="2493817"/>
            <a:ext cx="11274908" cy="3431969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000" i="1" dirty="0"/>
              <a:t>Survey Management</a:t>
            </a:r>
          </a:p>
          <a:p>
            <a:pPr>
              <a:lnSpc>
                <a:spcPct val="200000"/>
              </a:lnSpc>
            </a:pPr>
            <a:r>
              <a:rPr lang="en-US" sz="2000" i="1" dirty="0"/>
              <a:t>Reporting</a:t>
            </a:r>
          </a:p>
          <a:p>
            <a:pPr>
              <a:lnSpc>
                <a:spcPct val="200000"/>
              </a:lnSpc>
            </a:pPr>
            <a:r>
              <a:rPr lang="en-US" sz="2000" i="1" dirty="0"/>
              <a:t>Profile Management</a:t>
            </a:r>
          </a:p>
          <a:p>
            <a:pPr>
              <a:lnSpc>
                <a:spcPct val="200000"/>
              </a:lnSpc>
            </a:pPr>
            <a:r>
              <a:rPr lang="en-US" sz="2000" i="1" dirty="0"/>
              <a:t>Personal Settings</a:t>
            </a:r>
          </a:p>
          <a:p>
            <a:pPr>
              <a:lnSpc>
                <a:spcPct val="200000"/>
              </a:lnSpc>
            </a:pPr>
            <a:r>
              <a:rPr lang="en-US" sz="2000" i="1" dirty="0"/>
              <a:t>Documentation / Help Resources</a:t>
            </a:r>
          </a:p>
        </p:txBody>
      </p:sp>
    </p:spTree>
    <p:extLst>
      <p:ext uri="{BB962C8B-B14F-4D97-AF65-F5344CB8AC3E}">
        <p14:creationId xmlns:p14="http://schemas.microsoft.com/office/powerpoint/2010/main" val="1974136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Tab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10000" y="2636322"/>
            <a:ext cx="10571998" cy="3241964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Create New Survey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Resume Existing Survey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Import XML Survey Files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Save / Save As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Exit Application</a:t>
            </a:r>
          </a:p>
        </p:txBody>
      </p:sp>
    </p:spTree>
    <p:extLst>
      <p:ext uri="{BB962C8B-B14F-4D97-AF65-F5344CB8AC3E}">
        <p14:creationId xmlns:p14="http://schemas.microsoft.com/office/powerpoint/2010/main" val="1801845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Reports Tab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10000" y="2683823"/>
            <a:ext cx="10571998" cy="332509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HSR Safeguard Family Summary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Flagged Items Report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Uncommented Questions Report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Full Detailed Assessment Report</a:t>
            </a:r>
          </a:p>
        </p:txBody>
      </p:sp>
    </p:spTree>
    <p:extLst>
      <p:ext uri="{BB962C8B-B14F-4D97-AF65-F5344CB8AC3E}">
        <p14:creationId xmlns:p14="http://schemas.microsoft.com/office/powerpoint/2010/main" val="1735576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/ Help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10000" y="2398816"/>
            <a:ext cx="10571998" cy="3740727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400" i="1" dirty="0"/>
              <a:t>Tools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Profile Manager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Survey Dashboard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Personal Settings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400" dirty="0"/>
              <a:t>Help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User Guide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Application Version / About</a:t>
            </a:r>
          </a:p>
        </p:txBody>
      </p:sp>
    </p:spTree>
    <p:extLst>
      <p:ext uri="{BB962C8B-B14F-4D97-AF65-F5344CB8AC3E}">
        <p14:creationId xmlns:p14="http://schemas.microsoft.com/office/powerpoint/2010/main" val="1578049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10000" y="2588821"/>
            <a:ext cx="10571998" cy="3313215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000" dirty="0"/>
              <a:t>Create / Select Profile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000" dirty="0"/>
              <a:t>Define Assessment Subject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000" dirty="0"/>
              <a:t>Enter Assessor Information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000" dirty="0"/>
              <a:t>Launch New Survey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000" dirty="0"/>
              <a:t>Complete Questionnaire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000" dirty="0"/>
              <a:t>Generate Reports</a:t>
            </a:r>
          </a:p>
        </p:txBody>
      </p:sp>
    </p:spTree>
    <p:extLst>
      <p:ext uri="{BB962C8B-B14F-4D97-AF65-F5344CB8AC3E}">
        <p14:creationId xmlns:p14="http://schemas.microsoft.com/office/powerpoint/2010/main" val="3863525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Questionnaire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10000" y="2363190"/>
            <a:ext cx="10792192" cy="3467594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400" dirty="0"/>
              <a:t>Five Assessment Domains: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1800" dirty="0"/>
              <a:t>Administrative Safeguards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1800" dirty="0"/>
              <a:t>Physical Safeguards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1800" dirty="0"/>
              <a:t>Technical Safeguards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1800" dirty="0"/>
              <a:t>Organizational Safeguards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1800" dirty="0"/>
              <a:t>Policies / Procedures / Documentation</a:t>
            </a:r>
          </a:p>
        </p:txBody>
      </p:sp>
    </p:spTree>
    <p:extLst>
      <p:ext uri="{BB962C8B-B14F-4D97-AF65-F5344CB8AC3E}">
        <p14:creationId xmlns:p14="http://schemas.microsoft.com/office/powerpoint/2010/main" val="4163093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Answering Assessment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10000" y="2434441"/>
            <a:ext cx="10571998" cy="3764477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600" i="1" dirty="0"/>
              <a:t>Each question supports: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1900" b="1" i="1" dirty="0"/>
              <a:t>Yes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1900" b="1" i="1" dirty="0"/>
              <a:t>No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1900" b="1" i="1" dirty="0"/>
              <a:t>Not Applicable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600" i="1" dirty="0"/>
              <a:t>Assessors should: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1900" i="1" dirty="0"/>
              <a:t>Provide comments/justification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1900" i="1" dirty="0"/>
              <a:t>Attach supporting evidence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1900" i="1" dirty="0"/>
              <a:t>Document rationale for subjective determinations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929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Reporting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10000" y="2565070"/>
            <a:ext cx="10571998" cy="333696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400" dirty="0"/>
              <a:t>Toolkit can generate: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1800" dirty="0"/>
              <a:t>Progress Dashboards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1800" dirty="0"/>
              <a:t>Completion Metrics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1800" dirty="0"/>
              <a:t>Flagged Findings Reports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1800" dirty="0"/>
              <a:t>Comprehensive Assessment Reports</a:t>
            </a:r>
          </a:p>
        </p:txBody>
      </p:sp>
    </p:spTree>
    <p:extLst>
      <p:ext uri="{BB962C8B-B14F-4D97-AF65-F5344CB8AC3E}">
        <p14:creationId xmlns:p14="http://schemas.microsoft.com/office/powerpoint/2010/main" val="2461543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10000" y="2446318"/>
            <a:ext cx="10571998" cy="340821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Standardizes HIPAA Security Assessments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Improves Documentation Quality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Enhances Risk Visibility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Supports Audit Preparation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Facilitates Remediation Planning</a:t>
            </a:r>
          </a:p>
        </p:txBody>
      </p:sp>
    </p:spTree>
    <p:extLst>
      <p:ext uri="{BB962C8B-B14F-4D97-AF65-F5344CB8AC3E}">
        <p14:creationId xmlns:p14="http://schemas.microsoft.com/office/powerpoint/2010/main" val="3097849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Professional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10000" y="2363190"/>
            <a:ext cx="10571998" cy="391885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400" dirty="0"/>
              <a:t>This Toolkit Demonstrates Knowledge Of: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HIPAA Security Rule Requirements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NIST Security Guidance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Security Control Assessments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Risk Management Processes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Healthcare Compliance Operations</a:t>
            </a:r>
          </a:p>
        </p:txBody>
      </p:sp>
    </p:spTree>
    <p:extLst>
      <p:ext uri="{BB962C8B-B14F-4D97-AF65-F5344CB8AC3E}">
        <p14:creationId xmlns:p14="http://schemas.microsoft.com/office/powerpoint/2010/main" val="335075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10000" y="2481943"/>
            <a:ext cx="10571998" cy="342009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NIST HIPAA Security Rule Toolkit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NIST SP 800-66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NIST SP 800-53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NIST SP 800-53A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HITECH Act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HHS Office for Civil Rights</a:t>
            </a:r>
          </a:p>
        </p:txBody>
      </p:sp>
    </p:spTree>
    <p:extLst>
      <p:ext uri="{BB962C8B-B14F-4D97-AF65-F5344CB8AC3E}">
        <p14:creationId xmlns:p14="http://schemas.microsoft.com/office/powerpoint/2010/main" val="27001423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Default">
      <a:dk1>
        <a:srgbClr val="000000"/>
      </a:dk1>
      <a:lt1>
        <a:sysClr val="window" lastClr="FFFFFF"/>
      </a:lt1>
      <a:dk2>
        <a:srgbClr val="3F3F3F"/>
      </a:dk2>
      <a:lt2>
        <a:srgbClr val="E7E6E6"/>
      </a:lt2>
      <a:accent1>
        <a:srgbClr val="70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700000"/>
      </a:accent5>
      <a:accent6>
        <a:srgbClr val="978869"/>
      </a:accent6>
      <a:hlink>
        <a:srgbClr val="FFC000"/>
      </a:hlink>
      <a:folHlink>
        <a:srgbClr val="7F7F7F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5182065_win32_fixed" id="{54D1AA8E-AE41-4F75-AFF4-1E55BF728136}" vid="{9097BC2D-75F4-410C-8544-556C30F4EC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BEDC914-E79E-4731-88EB-C290A6D4D6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9B3EA6-E2E1-4B68-B700-9432F9FC79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8413E5-0484-489B-B293-D8720B6027F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Persuasive speech outline </Template>
  <TotalTime>4629</TotalTime>
  <Words>391</Words>
  <Application>Microsoft Office PowerPoint</Application>
  <PresentationFormat>Widescreen</PresentationFormat>
  <Paragraphs>125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Century Gothic</vt:lpstr>
      <vt:lpstr>Tahoma</vt:lpstr>
      <vt:lpstr>Wingdings 2</vt:lpstr>
      <vt:lpstr>Quotable</vt:lpstr>
      <vt:lpstr>NIST HIPAA Security Rule Toolkit User Guide  Overview, Functionality, and Risk Assessment Applications</vt:lpstr>
      <vt:lpstr>Purpose of the Toolkit</vt:lpstr>
      <vt:lpstr>Intended Audience</vt:lpstr>
      <vt:lpstr>What the Toolkit Does</vt:lpstr>
      <vt:lpstr>What the Toolkit Is NOT</vt:lpstr>
      <vt:lpstr>Role in Risk Assessments</vt:lpstr>
      <vt:lpstr>Supported Platforms</vt:lpstr>
      <vt:lpstr>Primary Functional Areas</vt:lpstr>
      <vt:lpstr>File Tab Functions</vt:lpstr>
      <vt:lpstr>Reports Tab Functions</vt:lpstr>
      <vt:lpstr>Tools / Help Features</vt:lpstr>
      <vt:lpstr>Survey Workflow</vt:lpstr>
      <vt:lpstr>Questionnaire Structure</vt:lpstr>
      <vt:lpstr>Answering Assessment Questions</vt:lpstr>
      <vt:lpstr>Reporting Outputs</vt:lpstr>
      <vt:lpstr>Key Benefits</vt:lpstr>
      <vt:lpstr>Professional Application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Jordan</dc:creator>
  <cp:lastModifiedBy>George Jordan</cp:lastModifiedBy>
  <cp:revision>2</cp:revision>
  <dcterms:created xsi:type="dcterms:W3CDTF">2026-04-07T17:54:13Z</dcterms:created>
  <dcterms:modified xsi:type="dcterms:W3CDTF">2026-05-02T14:53:01Z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